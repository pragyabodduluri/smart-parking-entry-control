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Simulation of a Smart Parking Slot Availability and Entry Control System Using Combinational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46304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and Logisim Simulation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2620030600 – JETHENDRA VARDHAN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2620030602 – LAXMI PRAGYA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2620030606 – VEDA CHANDRA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2620030636 – CHANDRA PAUL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2620030675 – SRIKRISHNA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0" y="822960"/>
            <a:ext cx="4480560" cy="5394960"/>
          </a:xfrm>
          <a:prstGeom prst="rect">
            <a:avLst/>
          </a:prstGeom>
          <a:solidFill>
            <a:srgbClr val="0D2747"/>
          </a:solidFill>
          <a:ln w="12700">
            <a:solidFill>
              <a:srgbClr val="1F4C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331720"/>
            <a:ext cx="3749040" cy="7772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018520" y="1828800"/>
            <a:ext cx="0" cy="50292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81360" y="1280160"/>
            <a:ext cx="274320" cy="548640"/>
          </a:xfrm>
          <a:prstGeom prst="rect">
            <a:avLst/>
          </a:prstGeom>
          <a:solidFill>
            <a:srgbClr val="2B3F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1417320"/>
            <a:ext cx="2468880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GATE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9560" y="3108960"/>
            <a:ext cx="0" cy="82296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54112" y="3931920"/>
            <a:ext cx="310896" cy="310896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4343400"/>
            <a:ext cx="914400" cy="1325880"/>
          </a:xfrm>
          <a:prstGeom prst="rect">
            <a:avLst/>
          </a:prstGeom>
          <a:solidFill>
            <a:srgbClr val="0D2747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4526280"/>
            <a:ext cx="548640" cy="960120"/>
          </a:xfrm>
          <a:prstGeom prst="roundRect">
            <a:avLst>
              <a:gd name="adj" fmla="val 25000"/>
            </a:avLst>
          </a:prstGeom>
          <a:solidFill>
            <a:srgbClr val="5B6B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5760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61120" y="3108960"/>
            <a:ext cx="0" cy="82296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05672" y="3931920"/>
            <a:ext cx="310896" cy="310896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4343400"/>
            <a:ext cx="914400" cy="1325880"/>
          </a:xfrm>
          <a:prstGeom prst="rect">
            <a:avLst/>
          </a:prstGeom>
          <a:solidFill>
            <a:srgbClr val="0D2747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0" y="5760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12680" y="3108960"/>
            <a:ext cx="0" cy="82296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7232" y="3931920"/>
            <a:ext cx="310896" cy="310896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55480" y="4343400"/>
            <a:ext cx="914400" cy="1325880"/>
          </a:xfrm>
          <a:prstGeom prst="rect">
            <a:avLst/>
          </a:prstGeom>
          <a:solidFill>
            <a:srgbClr val="0D2747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38360" y="4526280"/>
            <a:ext cx="548640" cy="960120"/>
          </a:xfrm>
          <a:prstGeom prst="roundRect">
            <a:avLst>
              <a:gd name="adj" fmla="val 25000"/>
            </a:avLst>
          </a:prstGeom>
          <a:solidFill>
            <a:srgbClr val="5B6B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55480" y="5760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064240" y="3108960"/>
            <a:ext cx="0" cy="82296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08792" y="3931920"/>
            <a:ext cx="310896" cy="310896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07040" y="4343400"/>
            <a:ext cx="914400" cy="1325880"/>
          </a:xfrm>
          <a:prstGeom prst="rect">
            <a:avLst/>
          </a:prstGeom>
          <a:solidFill>
            <a:srgbClr val="0D2747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07040" y="5760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868680"/>
            <a:ext cx="448056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SLOTS + SENSORS + GATE + LOGIC</a:t>
            </a:r>
            <a:endParaRPr lang="en-US" sz="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Proposed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parking causes waiting and congestion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need to know if slots are available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slot’s status must be detected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slots must be identified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only when parking space is available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can automate these decisions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31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793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combinational-logic parking system that turns sensor inputs into four outputs: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1444752" cy="86868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Available-slot information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5029200"/>
            <a:ext cx="1444752" cy="86868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status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9584" y="5029200"/>
            <a:ext cx="1444752" cy="86868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slot information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65776" y="5029200"/>
            <a:ext cx="1444752" cy="86868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Entry-control decision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1097280"/>
            <a:ext cx="4754880" cy="5257800"/>
          </a:xfrm>
          <a:prstGeom prst="rect">
            <a:avLst/>
          </a:prstGeom>
          <a:solidFill>
            <a:srgbClr val="0D2747"/>
          </a:solidFill>
          <a:ln w="12700">
            <a:solidFill>
              <a:srgbClr val="1F4C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325880"/>
            <a:ext cx="384048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Sensors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0" y="1874520"/>
            <a:ext cx="0" cy="27432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406640" y="2148840"/>
            <a:ext cx="384048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/ Decoder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26880" y="2697480"/>
            <a:ext cx="0" cy="27432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406640" y="2971800"/>
            <a:ext cx="384048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26880" y="3520440"/>
            <a:ext cx="0" cy="27432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406640" y="3794760"/>
            <a:ext cx="384048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+ Logic Gates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26880" y="4343400"/>
            <a:ext cx="0" cy="27432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406640" y="4617720"/>
            <a:ext cx="384048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/ Entry Decision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326880" y="5166360"/>
            <a:ext cx="0" cy="27432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06640" y="5440680"/>
            <a:ext cx="3840480" cy="548640"/>
          </a:xfrm>
          <a:prstGeom prst="rect">
            <a:avLst/>
          </a:prstGeom>
          <a:solidFill>
            <a:srgbClr val="0F4A3A"/>
          </a:solidFill>
          <a:ln w="22225">
            <a:solidFill>
              <a:srgbClr val="22C55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Control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 and Parking Inputs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LOGIC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depends only on present input values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element is required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 implement the decisions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real-time parking decisions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INPUTS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033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S1, S2, S3, S4  →  slot sensors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 →  vehicle detected at entrance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 Available / OFF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= Occupied / 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440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f(S1, S2, S3, S4)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5760720" cy="3566160"/>
          </a:xfrm>
          <a:prstGeom prst="rect">
            <a:avLst/>
          </a:prstGeom>
          <a:solidFill>
            <a:srgbClr val="0D2747"/>
          </a:solidFill>
          <a:ln w="12700">
            <a:solidFill>
              <a:srgbClr val="1F4C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4447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144475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0" y="1600200"/>
            <a:ext cx="128016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1305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13055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32320" y="2286000"/>
            <a:ext cx="128016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28163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281635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32320" y="2971800"/>
            <a:ext cx="128016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35021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350215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32320" y="3657600"/>
            <a:ext cx="128016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1325880"/>
            <a:ext cx="822960" cy="274320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35440" y="2697480"/>
            <a:ext cx="2743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54896" y="264261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1828800"/>
            <a:ext cx="0" cy="86868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0" y="1828800"/>
            <a:ext cx="100584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0" y="1636776"/>
            <a:ext cx="384048" cy="384048"/>
          </a:xfrm>
          <a:prstGeom prst="ellipse">
            <a:avLst/>
          </a:prstGeom>
          <a:solidFill>
            <a:srgbClr val="2B3F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01852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509760" y="2697480"/>
            <a:ext cx="0" cy="86868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0" y="3566160"/>
            <a:ext cx="13716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9646920" y="3364992"/>
            <a:ext cx="402336" cy="402336"/>
          </a:xfrm>
          <a:prstGeom prst="triangl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49256" y="3511296"/>
            <a:ext cx="109728" cy="109728"/>
          </a:xfrm>
          <a:prstGeom prst="ellips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58984" y="3566160"/>
            <a:ext cx="356616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3374136"/>
            <a:ext cx="384048" cy="38404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01852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47548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S1·S2·S3·S4        AVAILABLE = FULL′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 rot="5400000">
            <a:off x="6492240" y="5376672"/>
            <a:ext cx="402336" cy="402336"/>
          </a:xfrm>
          <a:prstGeom prst="triangle">
            <a:avLst/>
          </a:prstGeom>
          <a:solidFill>
            <a:srgbClr val="12335C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94576" y="5522976"/>
            <a:ext cx="109728" cy="109728"/>
          </a:xfrm>
          <a:prstGeom prst="ellipse">
            <a:avLst/>
          </a:prstGeom>
          <a:solidFill>
            <a:srgbClr val="12335C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2648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NOT: Y = A′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21040" y="5303520"/>
            <a:ext cx="731520" cy="54864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AND: Y = A·B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241280" y="5303520"/>
            <a:ext cx="731520" cy="548640"/>
          </a:xfrm>
          <a:prstGeom prst="roundRect">
            <a:avLst>
              <a:gd name="adj" fmla="val 41667"/>
            </a:avLst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966960" y="5943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OR: Y = A + B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Multiplexer: Parking-Slot Selection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7772400" cy="5212080"/>
          </a:xfrm>
          <a:prstGeom prst="rect">
            <a:avLst/>
          </a:prstGeom>
          <a:solidFill>
            <a:srgbClr val="0D2747"/>
          </a:solidFill>
          <a:ln w="12700">
            <a:solidFill>
              <a:srgbClr val="1F4C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50566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05663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2880" y="569671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69671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80160" y="5212080"/>
            <a:ext cx="7315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82496" y="515721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2011680" y="5010912"/>
            <a:ext cx="402336" cy="402336"/>
          </a:xfrm>
          <a:prstGeom prst="triangle">
            <a:avLst/>
          </a:prstGeom>
          <a:solidFill>
            <a:srgbClr val="12335C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14016" y="5157216"/>
            <a:ext cx="109728" cy="109728"/>
          </a:xfrm>
          <a:prstGeom prst="ellipse">
            <a:avLst/>
          </a:prstGeom>
          <a:solidFill>
            <a:srgbClr val="12335C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23744" y="5212080"/>
            <a:ext cx="219456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5852160"/>
            <a:ext cx="21031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54096" y="579729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383280" y="5650992"/>
            <a:ext cx="402336" cy="402336"/>
          </a:xfrm>
          <a:prstGeom prst="triangl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85616" y="5797296"/>
            <a:ext cx="109728" cy="109728"/>
          </a:xfrm>
          <a:prstGeom prst="ellips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5344" y="5852160"/>
            <a:ext cx="219456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3383280"/>
            <a:ext cx="0" cy="182880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1645920"/>
            <a:ext cx="0" cy="356616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743200"/>
            <a:ext cx="0" cy="310896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1874520"/>
            <a:ext cx="0" cy="397764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2880" y="12618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126187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80160" y="1417320"/>
            <a:ext cx="34747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1645920"/>
            <a:ext cx="201168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88336" y="159105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1874520"/>
            <a:ext cx="6400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59936" y="181965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280160"/>
            <a:ext cx="822960" cy="73152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77840" y="1645920"/>
            <a:ext cx="82296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2880" y="21305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213055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280160" y="2286000"/>
            <a:ext cx="34747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2514600"/>
            <a:ext cx="201168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88336" y="245973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2743200"/>
            <a:ext cx="16459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54096" y="268833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48840"/>
            <a:ext cx="822960" cy="73152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577840" y="2514600"/>
            <a:ext cx="82296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82880" y="29992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4400" y="299923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280160" y="3154680"/>
            <a:ext cx="34747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37360" y="3383280"/>
            <a:ext cx="30175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2496" y="332841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3611880"/>
            <a:ext cx="6400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59936" y="355701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017520"/>
            <a:ext cx="822960" cy="73152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577840" y="3383280"/>
            <a:ext cx="82296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82880" y="386791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400" y="386791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280160" y="4023360"/>
            <a:ext cx="34747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37360" y="4251960"/>
            <a:ext cx="30175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82496" y="41970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08960" y="4480560"/>
            <a:ext cx="16459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54096" y="442569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886200"/>
            <a:ext cx="822960" cy="73152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577840" y="4251960"/>
            <a:ext cx="82296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0" y="1325880"/>
            <a:ext cx="822960" cy="3246120"/>
          </a:xfrm>
          <a:prstGeom prst="roundRect">
            <a:avLst>
              <a:gd name="adj" fmla="val 27778"/>
            </a:avLst>
          </a:prstGeom>
          <a:solidFill>
            <a:srgbClr val="12335C"/>
          </a:solidFill>
          <a:ln w="28575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23760" y="2948940"/>
            <a:ext cx="2743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98080" y="2756916"/>
            <a:ext cx="384048" cy="38404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132320" y="31866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329184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 = 10  →  Y = S3 = 1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8321040" y="1188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selects one of four slot inputs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SEL1 SEL0 choose the slot monitored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signals → one output Y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2743200"/>
          <a:ext cx="9144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SEL1 SEL0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Selected Input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1  0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1  1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</a:tbl>
          </a:graphicData>
        </a:graphic>
      </p:graphicFrame>
      <p:sp>
        <p:nvSpPr>
          <p:cNvPr id="67" name="Text 64"/>
          <p:cNvSpPr txBox="1"/>
          <p:nvPr/>
        </p:nvSpPr>
        <p:spPr>
          <a:xfrm>
            <a:off x="8321040" y="4846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S1·SEL1′·SEL0′ + S2·SEL1′·SEL0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S3·SEL1·SEL0′ + S4·SEL1·SEL0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8321040" y="5852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 MUX gate-level circuit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Parking-Slot Identification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7772400" cy="5212080"/>
          </a:xfrm>
          <a:prstGeom prst="rect">
            <a:avLst/>
          </a:prstGeom>
          <a:solidFill>
            <a:srgbClr val="0D2747"/>
          </a:solidFill>
          <a:ln w="12700">
            <a:solidFill>
              <a:srgbClr val="1F4C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50566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05663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2880" y="569671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69671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80160" y="5212080"/>
            <a:ext cx="7315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82496" y="515721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2011680" y="5010912"/>
            <a:ext cx="402336" cy="402336"/>
          </a:xfrm>
          <a:prstGeom prst="triangl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14016" y="5157216"/>
            <a:ext cx="109728" cy="109728"/>
          </a:xfrm>
          <a:prstGeom prst="ellips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23744" y="5212080"/>
            <a:ext cx="219456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5852160"/>
            <a:ext cx="21031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54096" y="57972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383280" y="5650992"/>
            <a:ext cx="402336" cy="402336"/>
          </a:xfrm>
          <a:prstGeom prst="triangle">
            <a:avLst/>
          </a:prstGeom>
          <a:solidFill>
            <a:srgbClr val="12335C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85616" y="5797296"/>
            <a:ext cx="109728" cy="109728"/>
          </a:xfrm>
          <a:prstGeom prst="ellipse">
            <a:avLst/>
          </a:prstGeom>
          <a:solidFill>
            <a:srgbClr val="12335C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5344" y="5852160"/>
            <a:ext cx="219456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3337560"/>
            <a:ext cx="0" cy="187452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1600200"/>
            <a:ext cx="0" cy="361188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743200"/>
            <a:ext cx="0" cy="310896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1874520"/>
            <a:ext cx="0" cy="397764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1600200"/>
            <a:ext cx="20116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88336" y="154533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1874520"/>
            <a:ext cx="64008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59936" y="181965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417320"/>
            <a:ext cx="822960" cy="64008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1737360"/>
            <a:ext cx="7315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545336"/>
            <a:ext cx="384048" cy="384048"/>
          </a:xfrm>
          <a:prstGeom prst="ellipse">
            <a:avLst/>
          </a:prstGeom>
          <a:solidFill>
            <a:srgbClr val="2B3F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(Slot 1)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743200" y="2468880"/>
            <a:ext cx="20116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88336" y="241401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2743200"/>
            <a:ext cx="16459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54096" y="268833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286000"/>
            <a:ext cx="822960" cy="64008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2606040"/>
            <a:ext cx="7315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414016"/>
            <a:ext cx="384048" cy="38404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(Slot 2)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737360" y="3337560"/>
            <a:ext cx="30175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82496" y="328269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0" y="3611880"/>
            <a:ext cx="64008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59936" y="355701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154680"/>
            <a:ext cx="822960" cy="64008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577840" y="3474720"/>
            <a:ext cx="7315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3282696"/>
            <a:ext cx="384048" cy="384048"/>
          </a:xfrm>
          <a:prstGeom prst="ellipse">
            <a:avLst/>
          </a:prstGeom>
          <a:solidFill>
            <a:srgbClr val="2B3F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1228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(Slot 3)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737360" y="4206240"/>
            <a:ext cx="30175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82496" y="415137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08960" y="4480560"/>
            <a:ext cx="16459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54096" y="44256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023360"/>
            <a:ext cx="822960" cy="64008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577840" y="4343400"/>
            <a:ext cx="7315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4151376"/>
            <a:ext cx="384048" cy="384048"/>
          </a:xfrm>
          <a:prstGeom prst="ellipse">
            <a:avLst/>
          </a:prstGeom>
          <a:solidFill>
            <a:srgbClr val="2B3F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1228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(Slot 4)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292608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A=0, B=1  →  D1 = 1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8321040" y="1188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input → one active output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2-to-4: A, B select D0–D3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output = one parking slot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2743200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</a:tbl>
          </a:graphicData>
        </a:graphic>
      </p:graphicFrame>
      <p:sp>
        <p:nvSpPr>
          <p:cNvPr id="59" name="Text 56"/>
          <p:cNvSpPr txBox="1"/>
          <p:nvPr/>
        </p:nvSpPr>
        <p:spPr>
          <a:xfrm>
            <a:off x="8321040" y="4846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 = A′B′    D1 = A′B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 = AB′    D3 = AB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8321040" y="5852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2-to-4 decoder: NOT + AND gates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Encoder: Available Slot Identification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7772400" cy="5212080"/>
          </a:xfrm>
          <a:prstGeom prst="rect">
            <a:avLst/>
          </a:prstGeom>
          <a:solidFill>
            <a:srgbClr val="0D2747"/>
          </a:solidFill>
          <a:ln w="12700">
            <a:solidFill>
              <a:srgbClr val="1F4C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14447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44475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2880" y="19933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9339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2880" y="3776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77647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" y="450799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50799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80160" y="1600200"/>
            <a:ext cx="457200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3936" y="154533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600200"/>
            <a:ext cx="0" cy="164592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319125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3246120"/>
            <a:ext cx="402336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2148840"/>
            <a:ext cx="457200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209397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148840"/>
            <a:ext cx="0" cy="150876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3657600"/>
            <a:ext cx="36576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2743200" y="3456432"/>
            <a:ext cx="402336" cy="402336"/>
          </a:xfrm>
          <a:prstGeom prst="triangl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45536" y="3602736"/>
            <a:ext cx="109728" cy="109728"/>
          </a:xfrm>
          <a:prstGeom prst="ellips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55264" y="3657600"/>
            <a:ext cx="1225296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3931920"/>
            <a:ext cx="320040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429000"/>
            <a:ext cx="731520" cy="73152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12080" y="3794760"/>
            <a:ext cx="64008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1463040"/>
            <a:ext cx="731520" cy="822960"/>
          </a:xfrm>
          <a:prstGeom prst="roundRect">
            <a:avLst>
              <a:gd name="adj" fmla="val 31250"/>
            </a:avLst>
          </a:prstGeom>
          <a:solidFill>
            <a:srgbClr val="12335C"/>
          </a:solidFill>
          <a:ln w="28575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2160" y="3108960"/>
            <a:ext cx="731520" cy="822960"/>
          </a:xfrm>
          <a:prstGeom prst="roundRect">
            <a:avLst>
              <a:gd name="adj" fmla="val 31250"/>
            </a:avLst>
          </a:prstGeom>
          <a:solidFill>
            <a:srgbClr val="12335C"/>
          </a:solidFill>
          <a:ln w="28575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1874520"/>
            <a:ext cx="6400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1682496"/>
            <a:ext cx="384048" cy="38404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2112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3520440"/>
            <a:ext cx="6400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3328416"/>
            <a:ext cx="384048" cy="38404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3758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280160" y="4663440"/>
            <a:ext cx="73152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0312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 only → 00)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 = 1  →  Y1 Y0 = 11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11887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active input → binary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wins: P4&gt;P3&gt;P2&gt;P1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which slot to assign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2606040"/>
          <a:ext cx="91440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50292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Y1Y0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00/Inv.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C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 txBox="1"/>
          <p:nvPr/>
        </p:nvSpPr>
        <p:spPr>
          <a:xfrm>
            <a:off x="832104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don’t care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8321040" y="5120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 = P4 + P3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Y0 = P4 + P3′·P2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and Complete Parking Control Circuit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COMPARATOR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4475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binary 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A&gt;B, A=B, A&lt;B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count vs required capacity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Count (A)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1783080"/>
            <a:ext cx="146304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2194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Capacity (B)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23360" y="2606040"/>
            <a:ext cx="146304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371600"/>
            <a:ext cx="1463040" cy="164592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645920"/>
            <a:ext cx="45720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1453896"/>
            <a:ext cx="384048" cy="38404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A&gt;B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49440" y="2194560"/>
            <a:ext cx="45720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002536"/>
            <a:ext cx="384048" cy="384048"/>
          </a:xfrm>
          <a:prstGeom prst="ellipse">
            <a:avLst/>
          </a:prstGeom>
          <a:solidFill>
            <a:srgbClr val="2B3F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49440" y="2743200"/>
            <a:ext cx="457200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551176"/>
            <a:ext cx="384048" cy="384048"/>
          </a:xfrm>
          <a:prstGeom prst="ellipse">
            <a:avLst/>
          </a:prstGeom>
          <a:solidFill>
            <a:srgbClr val="2B3F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A&lt;B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46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COMPLETE WORKING LOGIC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1417320" cy="10058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83080" y="4160520"/>
            <a:ext cx="27432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057400" y="3657600"/>
            <a:ext cx="1417320" cy="10058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free-slot code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0" y="4160520"/>
            <a:ext cx="27432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749040" y="3657600"/>
            <a:ext cx="1417320" cy="10058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status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66360" y="4160520"/>
            <a:ext cx="27432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440680" y="3657600"/>
            <a:ext cx="1417320" cy="10058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position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4160520"/>
            <a:ext cx="27432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132320" y="3657600"/>
            <a:ext cx="1417320" cy="10058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LOGIC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&gt; 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49640" y="4023360"/>
            <a:ext cx="50292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77656" y="39684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32520" y="2834640"/>
            <a:ext cx="0" cy="118872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32520" y="2834640"/>
            <a:ext cx="17830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15600" y="2642616"/>
            <a:ext cx="384048" cy="38404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01852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732520" y="3474720"/>
            <a:ext cx="4114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77656" y="341985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400000">
            <a:off x="9144000" y="3273552"/>
            <a:ext cx="402336" cy="402336"/>
          </a:xfrm>
          <a:prstGeom prst="triangl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46336" y="3419856"/>
            <a:ext cx="109728" cy="109728"/>
          </a:xfrm>
          <a:prstGeom prst="ellipse">
            <a:avLst/>
          </a:prstGeom>
          <a:solidFill>
            <a:srgbClr val="12335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56064" y="3474720"/>
            <a:ext cx="859536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0" y="3282696"/>
            <a:ext cx="384048" cy="384048"/>
          </a:xfrm>
          <a:prstGeom prst="ellipse">
            <a:avLst/>
          </a:prstGeom>
          <a:solidFill>
            <a:srgbClr val="2B3F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01852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418320" y="3840480"/>
            <a:ext cx="731520" cy="640080"/>
          </a:xfrm>
          <a:prstGeom prst="flowChartDelay">
            <a:avLst/>
          </a:prstGeom>
          <a:solidFill>
            <a:srgbClr val="12335C"/>
          </a:solidFill>
          <a:ln w="28575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052560" y="4023360"/>
            <a:ext cx="36576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98080" y="55138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29600" y="5513832"/>
            <a:ext cx="365760" cy="310896"/>
          </a:xfrm>
          <a:prstGeom prst="rect">
            <a:avLst/>
          </a:prstGeom>
          <a:solidFill>
            <a:srgbClr val="2B3F58"/>
          </a:solidFill>
          <a:ln w="1905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8595360" y="5669280"/>
            <a:ext cx="4114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06840" y="4297680"/>
            <a:ext cx="0" cy="137160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06840" y="4297680"/>
            <a:ext cx="41148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49840" y="4160520"/>
            <a:ext cx="36576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15600" y="3968496"/>
            <a:ext cx="384048" cy="384048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101852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OPEN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54864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V · A</a:t>
            </a:r>
            <a:endParaRPr lang="en-US" sz="32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6126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vehicle   A = parking available   G = gate open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9418320" y="4526280"/>
            <a:ext cx="731520" cy="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G=V·A</a:t>
            </a:r>
            <a:endParaRPr lang="en-US" sz="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2801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247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 demonstrates a practical application of combinational logic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sensors provide the system inputs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Multiplexer performs signal selection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identifies the selected parking position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/ Priority Encoder converts parking information into binary form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and logic gates support the final parking decision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system can be designed and verified using Logisim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can solve an automated parking-control problem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146304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C55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5943600"/>
            <a:ext cx="36576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51760" y="5669280"/>
            <a:ext cx="146304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5943600"/>
            <a:ext cx="36576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480560" y="5669280"/>
            <a:ext cx="146304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5943600"/>
            <a:ext cx="36576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09360" y="5669280"/>
            <a:ext cx="146304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5943600"/>
            <a:ext cx="36576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138160" y="5669280"/>
            <a:ext cx="146304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0" y="5943600"/>
            <a:ext cx="36576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966960" y="5669280"/>
            <a:ext cx="1463040" cy="548640"/>
          </a:xfrm>
          <a:prstGeom prst="rect">
            <a:avLst/>
          </a:prstGeom>
          <a:solidFill>
            <a:srgbClr val="12335C"/>
          </a:solidFill>
          <a:ln w="22225">
            <a:solidFill>
              <a:srgbClr val="22D3E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2026-10-13T07:56:05Z</dcterms:created>
  <dcterms:modified xsi:type="dcterms:W3CDTF">2026-10-13T07:56:05Z</dcterms:modified>
</cp:coreProperties>
</file>